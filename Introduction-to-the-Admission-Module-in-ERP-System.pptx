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060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52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93790" y="178843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Introduction to the Admission Module in ERP System</a:t>
            </a:r>
            <a:endParaRPr lang="en-US" sz="6150" dirty="0"/>
          </a:p>
        </p:txBody>
      </p:sp>
      <p:sp>
        <p:nvSpPr>
          <p:cNvPr id="6" name="Text 2"/>
          <p:cNvSpPr/>
          <p:nvPr/>
        </p:nvSpPr>
        <p:spPr>
          <a:xfrm>
            <a:off x="793790" y="506325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admission module in an ERP system simplifies and automates the entire student admission process, from applications to enrollment.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5840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543" y="3154085"/>
            <a:ext cx="9127093" cy="646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Student Registration and Enrollment</a:t>
            </a:r>
            <a:endParaRPr lang="en-US" sz="4050" dirty="0"/>
          </a:p>
        </p:txBody>
      </p:sp>
      <p:sp>
        <p:nvSpPr>
          <p:cNvPr id="6" name="Shape 2"/>
          <p:cNvSpPr/>
          <p:nvPr/>
        </p:nvSpPr>
        <p:spPr>
          <a:xfrm>
            <a:off x="723543" y="4342686"/>
            <a:ext cx="465058" cy="46505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902494" y="4420195"/>
            <a:ext cx="107037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395293" y="4342686"/>
            <a:ext cx="3028831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Streamlined Application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395293" y="4789527"/>
            <a:ext cx="5816560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Students can easily apply online using a user-friendly interface, submit required documents, and track their application status.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418546" y="4342686"/>
            <a:ext cx="465058" cy="46505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7555944" y="4420195"/>
            <a:ext cx="19014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090297" y="4342686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Efficient Enrollment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090297" y="4789527"/>
            <a:ext cx="5816560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module manages student enrollment, course registration, and fee payments, ensuring a smooth transition to academic life.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23543" y="6220658"/>
            <a:ext cx="465058" cy="46505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59869" y="6298168"/>
            <a:ext cx="192286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395293" y="6220658"/>
            <a:ext cx="3203734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Comprehensive Database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395293" y="6667500"/>
            <a:ext cx="5816560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system maintains a central database, storing all student information, academic records, and admission details for easy access and reference.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418546" y="6220658"/>
            <a:ext cx="465058" cy="46505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560350" y="6298168"/>
            <a:ext cx="181451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8090297" y="6220658"/>
            <a:ext cx="2669262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Automated Processes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090297" y="6667500"/>
            <a:ext cx="5816560" cy="99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module automates tasks such as admission notifications, enrollment confirmation, and communication with students, saving time and effort.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2807" y="1187529"/>
            <a:ext cx="6685717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50"/>
              </a:lnSpc>
              <a:buNone/>
            </a:pPr>
            <a:r>
              <a:rPr lang="en-US" sz="3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Application and Admission Process</a:t>
            </a:r>
            <a:endParaRPr lang="en-US" sz="3100" dirty="0"/>
          </a:p>
        </p:txBody>
      </p:sp>
      <p:sp>
        <p:nvSpPr>
          <p:cNvPr id="6" name="Shape 2"/>
          <p:cNvSpPr/>
          <p:nvPr/>
        </p:nvSpPr>
        <p:spPr>
          <a:xfrm>
            <a:off x="778193" y="1917859"/>
            <a:ext cx="22860" cy="5124212"/>
          </a:xfrm>
          <a:prstGeom prst="roundRect">
            <a:avLst>
              <a:gd name="adj" fmla="val 103639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944404" y="2261711"/>
            <a:ext cx="552807" cy="22860"/>
          </a:xfrm>
          <a:prstGeom prst="roundRect">
            <a:avLst>
              <a:gd name="adj" fmla="val 103639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611981" y="2095500"/>
            <a:ext cx="355282" cy="35528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748665" y="2154674"/>
            <a:ext cx="81796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658303" y="2075736"/>
            <a:ext cx="2258020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Application Submission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658303" y="2417088"/>
            <a:ext cx="6932890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Students can submit their applications online, uploading necessary documents like transcripts, recommendation letters, and essays.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44404" y="3582233"/>
            <a:ext cx="552807" cy="22860"/>
          </a:xfrm>
          <a:prstGeom prst="roundRect">
            <a:avLst>
              <a:gd name="adj" fmla="val 103639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611981" y="3416022"/>
            <a:ext cx="355282" cy="35528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716994" y="3475196"/>
            <a:ext cx="145256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1658303" y="3396258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Application Review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1658303" y="3737610"/>
            <a:ext cx="6932890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module allows admissions officers to review applications, assess eligibility, and evaluate candidates based on predefined criteria.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44404" y="4902756"/>
            <a:ext cx="552807" cy="22860"/>
          </a:xfrm>
          <a:prstGeom prst="roundRect">
            <a:avLst>
              <a:gd name="adj" fmla="val 103639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11981" y="4736544"/>
            <a:ext cx="355282" cy="35528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16161" y="4795718"/>
            <a:ext cx="14692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6"/>
          <p:cNvSpPr/>
          <p:nvPr/>
        </p:nvSpPr>
        <p:spPr>
          <a:xfrm>
            <a:off x="1658303" y="4716780"/>
            <a:ext cx="2413635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Decision and Notification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1658303" y="5058132"/>
            <a:ext cx="6932890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Admissions decisions are made and communicated to applicants automatically through email or SMS, reducing manual efforts and delays.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44404" y="6223278"/>
            <a:ext cx="552807" cy="22860"/>
          </a:xfrm>
          <a:prstGeom prst="roundRect">
            <a:avLst>
              <a:gd name="adj" fmla="val 103639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611981" y="6057067"/>
            <a:ext cx="355282" cy="35528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720328" y="6116241"/>
            <a:ext cx="138589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850" dirty="0"/>
          </a:p>
        </p:txBody>
      </p:sp>
      <p:sp>
        <p:nvSpPr>
          <p:cNvPr id="25" name="Text 21"/>
          <p:cNvSpPr/>
          <p:nvPr/>
        </p:nvSpPr>
        <p:spPr>
          <a:xfrm>
            <a:off x="1658303" y="6037302"/>
            <a:ext cx="2768560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Enrollment and Fee Payment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1658303" y="6378654"/>
            <a:ext cx="6932890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Successful applicants receive enrollment instructions and can proceed with fee payment online through secure payment gateways.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2682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15641" y="2904530"/>
            <a:ext cx="67737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Fee Management and Payment</a:t>
            </a:r>
            <a:endParaRPr lang="en-US" sz="3550" dirty="0"/>
          </a:p>
        </p:txBody>
      </p:sp>
      <p:sp>
        <p:nvSpPr>
          <p:cNvPr id="6" name="Shape 2"/>
          <p:cNvSpPr/>
          <p:nvPr/>
        </p:nvSpPr>
        <p:spPr>
          <a:xfrm>
            <a:off x="1315641" y="3743682"/>
            <a:ext cx="11999119" cy="3849529"/>
          </a:xfrm>
          <a:prstGeom prst="roundRect">
            <a:avLst>
              <a:gd name="adj" fmla="val 70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1323261" y="3751302"/>
            <a:ext cx="11983879" cy="8134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504712" y="3867745"/>
            <a:ext cx="56252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Fee Structure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500461" y="3867745"/>
            <a:ext cx="5625227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module defines and manages fee structures for different programs, courses, and student categories.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323261" y="4564737"/>
            <a:ext cx="11983879" cy="8134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1504712" y="4681180"/>
            <a:ext cx="56252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Options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500461" y="4681180"/>
            <a:ext cx="5625227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Students can choose from various secure payment methods, including credit cards, debit cards, online banking, and e-wallets.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323261" y="5378172"/>
            <a:ext cx="11983879" cy="11037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504712" y="5494615"/>
            <a:ext cx="56252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Tracking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00461" y="5494615"/>
            <a:ext cx="5625227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system records and tracks all fee payments, providing students with real-time updates on their payment status and outstanding balances.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323261" y="6481882"/>
            <a:ext cx="11983879" cy="110370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1504712" y="6598325"/>
            <a:ext cx="56252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Reminders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500461" y="6598325"/>
            <a:ext cx="5625227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module sends automated reminders to students about upcoming fee deadlines, preventing late payments and ensuring timely financial management.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93790" y="2177058"/>
            <a:ext cx="6523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Reporting and Analytics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 Insights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module provides real-time data and reports on application trends, enrollment statistics, fee payment patterns, and other crucial admission metrics.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332928" y="3452813"/>
            <a:ext cx="31015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Data-Driven Decisions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32928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insights gained from analytics enable administrators to make informed decisions regarding admission policies, recruitment strategies, and program optimization.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872067" y="3452813"/>
            <a:ext cx="30443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Performance Tracking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872067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module tracks and analyzes admission performance, identifying strengths and weaknesses to improve the overall admission process and increase enrollment rates.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99319" y="3870758"/>
            <a:ext cx="7372622" cy="2160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8000" dirty="0">
                <a:solidFill>
                  <a:srgbClr val="F2E782"/>
                </a:solidFill>
                <a:latin typeface="Amasis MT Pro Black" panose="020F0502020204030204" pitchFamily="18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8000" dirty="0">
              <a:latin typeface="Amasis MT Pro Black" panose="020F0502020204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86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407</Words>
  <Application>Microsoft Office PowerPoint</Application>
  <PresentationFormat>Custom</PresentationFormat>
  <Paragraphs>51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Amasis MT Pro Black</vt:lpstr>
      <vt:lpstr>Arial</vt:lpstr>
      <vt:lpstr>Prata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Tejas Rane</cp:lastModifiedBy>
  <cp:revision>2</cp:revision>
  <dcterms:created xsi:type="dcterms:W3CDTF">2024-08-29T17:08:10Z</dcterms:created>
  <dcterms:modified xsi:type="dcterms:W3CDTF">2024-08-29T17:33:05Z</dcterms:modified>
</cp:coreProperties>
</file>